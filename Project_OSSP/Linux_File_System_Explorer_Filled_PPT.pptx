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9" r:id="rId5"/>
    <p:sldId id="259" r:id="rId6"/>
    <p:sldId id="266" r:id="rId7"/>
    <p:sldId id="268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448" y="652145"/>
            <a:ext cx="9163372" cy="2316480"/>
          </a:xfrm>
        </p:spPr>
        <p:txBody>
          <a:bodyPr wrap="square" lIns="45720" rIns="45720"/>
          <a:lstStyle/>
          <a:p>
            <a:br>
              <a:rPr lang="en-US" sz="4000" b="1" dirty="0">
                <a:solidFill>
                  <a:srgbClr val="C00000"/>
                </a:solidFill>
              </a:rPr>
            </a:br>
            <a:br>
              <a:rPr lang="en-US" sz="4000" b="1" dirty="0">
                <a:solidFill>
                  <a:srgbClr val="C00000"/>
                </a:solidFill>
              </a:rPr>
            </a:br>
            <a:br>
              <a:rPr lang="en-US" sz="4000" b="1" dirty="0">
                <a:solidFill>
                  <a:srgbClr val="C00000"/>
                </a:solidFill>
              </a:rPr>
            </a:br>
            <a:br>
              <a:rPr lang="en-US" sz="4000" b="1" dirty="0">
                <a:solidFill>
                  <a:srgbClr val="C00000"/>
                </a:solidFill>
              </a:rPr>
            </a:br>
            <a:br>
              <a:rPr lang="en-US" sz="4000" b="1" dirty="0">
                <a:solidFill>
                  <a:srgbClr val="C00000"/>
                </a:solidFill>
              </a:rPr>
            </a:br>
            <a:br>
              <a:rPr lang="en-US" sz="4000" b="1" dirty="0">
                <a:solidFill>
                  <a:srgbClr val="C00000"/>
                </a:solidFill>
              </a:rPr>
            </a:b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Operating system and system programming (25CS2104E)</a:t>
            </a:r>
            <a:br>
              <a:rPr lang="en-US" sz="2400" b="1" dirty="0">
                <a:solidFill>
                  <a:srgbClr val="C00000"/>
                </a:solidFill>
              </a:rPr>
            </a:br>
            <a:br>
              <a:rPr lang="en-US" sz="2400" b="1" dirty="0">
                <a:solidFill>
                  <a:srgbClr val="C00000"/>
                </a:solidFill>
              </a:rPr>
            </a:br>
            <a:br>
              <a:rPr lang="en-US" sz="1800" b="1" dirty="0">
                <a:solidFill>
                  <a:srgbClr val="C00000"/>
                </a:solidFill>
              </a:rPr>
            </a:br>
            <a:r>
              <a:rPr lang="en-US" sz="1800" b="1" dirty="0">
                <a:solidFill>
                  <a:srgbClr val="C00000"/>
                </a:solidFill>
              </a:rPr>
              <a:t>Section : 12         Team : 14</a:t>
            </a:r>
            <a:r>
              <a:rPr lang="en-US" sz="2100" b="1" dirty="0">
                <a:solidFill>
                  <a:srgbClr val="1F3753"/>
                </a:solidFill>
                <a:latin typeface="Aptos"/>
              </a:rPr>
              <a:t>
LINUX FILE SYSTEM EXPLORER USING SYSTEM CALLS</a:t>
            </a:r>
            <a:endParaRPr sz="2100" b="1" dirty="0">
              <a:solidFill>
                <a:srgbClr val="1F3753"/>
              </a:solidFill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0015" y="4846321"/>
            <a:ext cx="5384800" cy="1913890"/>
          </a:xfrm>
        </p:spPr>
        <p:txBody>
          <a:bodyPr wrap="square" lIns="45720" rIns="45720"/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Team Members:
M. Shiva — 2520090135
N. Sainath Reddy — 2520090115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Under the Esteemed Guidance of
M. Raghupathi
CSE Department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377272" y="3596988"/>
            <a:ext cx="6093724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Aptos"/>
              </a:rPr>
              <a:t>Review-I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3735253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sz="2000" b="0">
                <a:solidFill>
                  <a:srgbClr val="232323"/>
                </a:solidFill>
                <a:latin typeface="Aptos"/>
              </a:rPr>
              <a:t>1. Abstract
2. Introduction, Problem Statement &amp; Objectives
3. Hardware and Software Requirements
4. System Architecture &amp; Methodology
5. Linux APIs / System Calls Used
6. Individual Contributions
7. Expected Outcome &amp; Conclusion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Contents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31D3A-8519-E357-DDA9-EAECFB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58240" y="1415595"/>
            <a:ext cx="10195560" cy="347787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dirty="0">
                <a:solidFill>
                  <a:srgbClr val="232323"/>
                </a:solidFill>
                <a:latin typeface="Aptos"/>
              </a:rPr>
              <a:t>Linux File System Explorer Using System Calls is a Linux-based system programming project that provides a command-line interface for exploring and performing basic file-system operations using low-level Linux/POSIX system calls.
The project demonstrates file descriptors, file and directory management, permissions, metadata, and kernel-level resource access using C on Ubuntu/Linux. It uses APIs and system calls such as open(), read(), write(), close(), </a:t>
            </a:r>
            <a:r>
              <a:rPr sz="2000" b="0" dirty="0" err="1">
                <a:solidFill>
                  <a:srgbClr val="232323"/>
                </a:solidFill>
                <a:latin typeface="Aptos"/>
              </a:rPr>
              <a:t>lseek</a:t>
            </a:r>
            <a:r>
              <a:rPr sz="2000" b="0" dirty="0">
                <a:solidFill>
                  <a:srgbClr val="232323"/>
                </a:solidFill>
                <a:latin typeface="Aptos"/>
              </a:rPr>
              <a:t>(), stat(), </a:t>
            </a:r>
            <a:r>
              <a:rPr sz="2000" b="0" dirty="0" err="1">
                <a:solidFill>
                  <a:srgbClr val="232323"/>
                </a:solidFill>
                <a:latin typeface="Aptos"/>
              </a:rPr>
              <a:t>mkdir</a:t>
            </a:r>
            <a:r>
              <a:rPr sz="2000" b="0" dirty="0">
                <a:solidFill>
                  <a:srgbClr val="232323"/>
                </a:solidFill>
                <a:latin typeface="Aptos"/>
              </a:rPr>
              <a:t>(), </a:t>
            </a:r>
            <a:r>
              <a:rPr sz="2000" b="0" dirty="0" err="1">
                <a:solidFill>
                  <a:srgbClr val="232323"/>
                </a:solidFill>
                <a:latin typeface="Aptos"/>
              </a:rPr>
              <a:t>opendir</a:t>
            </a:r>
            <a:r>
              <a:rPr sz="2000" b="0" dirty="0">
                <a:solidFill>
                  <a:srgbClr val="232323"/>
                </a:solidFill>
                <a:latin typeface="Aptos"/>
              </a:rPr>
              <a:t>(), and </a:t>
            </a:r>
            <a:r>
              <a:rPr sz="2000" b="0" dirty="0" err="1">
                <a:solidFill>
                  <a:srgbClr val="232323"/>
                </a:solidFill>
                <a:latin typeface="Aptos"/>
              </a:rPr>
              <a:t>readdir</a:t>
            </a:r>
            <a:r>
              <a:rPr sz="2000" b="0" dirty="0">
                <a:solidFill>
                  <a:srgbClr val="232323"/>
                </a:solidFill>
                <a:latin typeface="Aptos"/>
              </a:rPr>
              <a:t>().
Users can navigate directories, display file information, create files/directories, read and write files, and perform basic file-management operations</a:t>
            </a:r>
            <a:r>
              <a:rPr sz="1700" b="0" dirty="0">
                <a:solidFill>
                  <a:srgbClr val="232323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4380" y="1513936"/>
            <a:ext cx="5486400" cy="369331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b="0" dirty="0">
                <a:solidFill>
                  <a:srgbClr val="232323"/>
                </a:solidFill>
                <a:latin typeface="Aptos"/>
              </a:rPr>
              <a:t>Problem Statement:
Many file-management applications hide the low-level operations performed by the operating system. This makes it difficult for students to understand how Linux handles files, directories, metadata, permissions, and file descriptors.
Proposed Solution:
Develop a simple command-line File System Explorer that directly uses Linux/POSIX system calls to perform common file and directory operations and demonstrate communication between a user program and the Linux kernel.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4663440" cy="429768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4173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1">
                <a:solidFill>
                  <a:srgbClr val="1F3753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069080" cy="2502223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Implement a Linux command-line file-system explorer using C and POSIX/Linux system calls.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Provide directory navigation, file creation, reading, writing, and listing.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Display file metadata such as size, type, permissions, and timestamps.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Demonstrate file descriptors, system calls, directory handling, and kernel interaction.</a:t>
            </a: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lIns="45720" rIns="45720" rtlCol="0">
            <a:no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Hardware and Software Requirements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500" b="0">
                <a:solidFill>
                  <a:srgbClr val="5F5F5F"/>
                </a:solidFill>
                <a:latin typeface="Aptos"/>
              </a:rPr>
              <a:t>Requirements stated in the project problem statement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1508760"/>
          <a:ext cx="10058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Tool / Platform / Software</a:t>
                      </a:r>
                    </a:p>
                  </a:txBody>
                  <a:tcPr marL="73152" marR="73152">
                    <a:solidFill>
                      <a:srgbClr val="1F37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73152" marR="73152">
                    <a:solidFill>
                      <a:srgbClr val="1F37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Linux / Ubuntu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Development and execution environment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Primary programming language for system-call implementation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GCC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Compile and build the C program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VS Code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Source-code editing and project development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Linux Terminal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Run, test, and demonstrate the application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98348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300" b="0">
                <a:solidFill>
                  <a:srgbClr val="5F5F5F"/>
                </a:solidFill>
                <a:latin typeface="Aptos"/>
              </a:rPr>
              <a:t>Hardware: a development computer capable of running Ubuntu/Linux. Specific CPU/RAM/storage specifications are not stated in the problem statement.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1970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System Architecture &amp; Methodology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28EC-BFB0-E687-111E-633D5D57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5F5F5F"/>
                </a:solidFill>
                <a:latin typeface="Aptos"/>
              </a:rPr>
              <a:t>Application flow from user command to Linux/POSIX system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Current Directory
/ Menu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Accept User
Operation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Validate
Input /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Linux API /
System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Result /
Error Message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508760"/>
            <a:ext cx="12344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437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50" b="1">
                <a:solidFill>
                  <a:srgbClr val="1F3753"/>
                </a:solidFill>
                <a:latin typeface="Aptos"/>
              </a:rPr>
              <a:t>Return to Menu
or EXIT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1965960"/>
            <a:ext cx="228600" cy="0"/>
          </a:xfrm>
          <a:prstGeom prst="line">
            <a:avLst/>
          </a:prstGeom>
          <a:ln w="25400">
            <a:solidFill>
              <a:srgbClr val="437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91840" y="1965960"/>
            <a:ext cx="411480" cy="0"/>
          </a:xfrm>
          <a:prstGeom prst="line">
            <a:avLst/>
          </a:prstGeom>
          <a:ln w="25400">
            <a:solidFill>
              <a:srgbClr val="437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37760" y="1965960"/>
            <a:ext cx="411480" cy="0"/>
          </a:xfrm>
          <a:prstGeom prst="line">
            <a:avLst/>
          </a:prstGeom>
          <a:ln w="25400">
            <a:solidFill>
              <a:srgbClr val="437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1965960"/>
            <a:ext cx="411480" cy="0"/>
          </a:xfrm>
          <a:prstGeom prst="line">
            <a:avLst/>
          </a:prstGeom>
          <a:ln w="25400">
            <a:solidFill>
              <a:srgbClr val="437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1965960"/>
            <a:ext cx="411480" cy="0"/>
          </a:xfrm>
          <a:prstGeom prst="line">
            <a:avLst/>
          </a:prstGeom>
          <a:ln w="25400">
            <a:solidFill>
              <a:srgbClr val="437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1965960"/>
            <a:ext cx="228600" cy="0"/>
          </a:xfrm>
          <a:prstGeom prst="line">
            <a:avLst/>
          </a:prstGeom>
          <a:ln w="25400">
            <a:solidFill>
              <a:srgbClr val="437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697480"/>
            <a:ext cx="5257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dirty="0">
                <a:solidFill>
                  <a:srgbClr val="1F3753"/>
                </a:solidFill>
                <a:latin typeface="Aptos"/>
              </a:rPr>
              <a:t>Key Linux APIs / System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08960"/>
            <a:ext cx="5257800" cy="2163669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read(), write() — read from and write to files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600" dirty="0" err="1"/>
              <a:t>lseek</a:t>
            </a:r>
            <a:r>
              <a:rPr sz="1600" dirty="0"/>
              <a:t>() — move the file offset for random access</a:t>
            </a:r>
          </a:p>
          <a:p>
            <a:pPr>
              <a:spcAft>
                <a:spcPts val="6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stat() — </a:t>
            </a:r>
            <a:r>
              <a:rPr sz="1600" dirty="0" err="1"/>
              <a:t>retrieve</a:t>
            </a:r>
            <a:r>
              <a:rPr lang="en-US" sz="1600" dirty="0" err="1"/>
              <a:t>open</a:t>
            </a:r>
            <a:r>
              <a:rPr lang="en-US" sz="1600" dirty="0"/>
              <a:t>(), close() — open a file and release its file descriptor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 size, type, permissions and timestamps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600" dirty="0" err="1"/>
              <a:t>opendir</a:t>
            </a:r>
            <a:r>
              <a:rPr sz="1600" dirty="0"/>
              <a:t>(), </a:t>
            </a:r>
            <a:r>
              <a:rPr sz="1600" dirty="0" err="1"/>
              <a:t>readdir</a:t>
            </a:r>
            <a:r>
              <a:rPr sz="1600" dirty="0"/>
              <a:t>() — open and traverse directories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600" dirty="0" err="1"/>
              <a:t>mkdir</a:t>
            </a:r>
            <a:r>
              <a:rPr sz="1600" dirty="0"/>
              <a:t>(), </a:t>
            </a:r>
            <a:r>
              <a:rPr sz="1600" dirty="0" err="1"/>
              <a:t>rmdir</a:t>
            </a:r>
            <a:r>
              <a:rPr sz="1600" dirty="0"/>
              <a:t>() — create and remove directories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69748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dirty="0">
                <a:solidFill>
                  <a:srgbClr val="1F3753"/>
                </a:solidFill>
                <a:latin typeface="Aptos"/>
              </a:rPr>
              <a:t>Implementation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4800600" cy="1840504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C program on Ubuntu/Linux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Menu-driven command-line interface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Map user commands to suitable Linux/POSIX APIs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Validate paths and handle errors using return values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600" dirty="0"/>
              <a:t>Compile with GCC and test through the Linux 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926080" y="320040"/>
            <a:ext cx="6309360" cy="594360"/>
          </a:xfrm>
          <a:prstGeom prst="roundRect">
            <a:avLst/>
          </a:prstGeom>
          <a:solidFill>
            <a:srgbClr val="C00000"/>
          </a:solidFill>
          <a:ln>
            <a:solidFill>
              <a:srgbClr val="1F37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24619" y="2151727"/>
            <a:ext cx="10332720" cy="255454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dirty="0">
                <a:solidFill>
                  <a:srgbClr val="232323"/>
                </a:solidFill>
                <a:latin typeface="Aptos"/>
              </a:rPr>
              <a:t>The completed application is expected to provide a functional command-line File System Explorer through which users can list directory contents, navigate directories, create files and directories, read and write file contents, inspect file metadata, and perform selected basic file-management operations.
The project provides practical experience with Linux system calls, POSIX APIs, file descriptors, directory structures, permissions, file metadata, and connecting C programs with Linux kernel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350" b="1">
                <a:solidFill>
                  <a:srgbClr val="5F5F5F"/>
                </a:solidFill>
                <a:latin typeface="Aptos"/>
              </a:rPr>
              <a:t>GitHub Repository: KLH_CSIT_2026-27_14_FileSystemExplorer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080" y="2331720"/>
            <a:ext cx="6309360" cy="1051560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65760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5F5F5F"/>
                </a:solidFill>
                <a:latin typeface="Aptos"/>
              </a:rPr>
              <a:t>Operating Systems and Systems Programming • Review-I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709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       Operating system and system programming (25CS2104E)   Section : 12         Team : 14
LINUX FILE SYSTEM EXPLORER USING SYSTEM CALLS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sai nath reddy</cp:lastModifiedBy>
  <cp:revision>25</cp:revision>
  <dcterms:created xsi:type="dcterms:W3CDTF">2026-08-31T05:18:20Z</dcterms:created>
  <dcterms:modified xsi:type="dcterms:W3CDTF">2026-09-02T06:45:31Z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